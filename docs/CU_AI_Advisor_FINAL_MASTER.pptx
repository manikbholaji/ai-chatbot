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1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731520"/>
            <a:ext cx="8412480" cy="5394960"/>
          </a:xfrm>
          <a:prstGeom prst="rect">
            <a:avLst/>
          </a:prstGeom>
          <a:solidFill>
            <a:srgbClr val="FFFFFF"/>
          </a:solidFill>
          <a:ln w="508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2147"/>
                </a:solidFill>
                <a:latin typeface="Times New Roman"/>
              </a:defRPr>
            </a:pPr>
            <a:r>
              <a:t>CU AI ADVISOR</a:t>
            </a:r>
          </a:p>
          <a:p>
            <a:pPr algn="ctr">
              <a:defRPr sz="2800" b="1">
                <a:solidFill>
                  <a:srgbClr val="C8102E"/>
                </a:solidFill>
                <a:latin typeface="Times New Roman"/>
              </a:defRPr>
            </a:pPr>
            <a:r>
              <a:t>Unified Production Aiven Cloud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latin typeface="Times New Roman"/>
              </a:defRPr>
            </a:pPr>
            <a:r>
              <a:t>Presented by: Manik (O24MCA110817)</a:t>
            </a:r>
            <a:br/>
            <a:r>
              <a:t>Mentor: Mr. Kashish Gupta | Chandigarh University</a:t>
            </a:r>
            <a:br/>
            <a:r>
              <a:t>Email: contact.manik.bhola@gmail.com</a:t>
            </a:r>
            <a:br/>
            <a:r>
              <a:t>Live: https://ai-chatbot-edu.streamlit.app/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CU AI Advisor | Aiven Production Deployment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Abstract: Production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Unified Production Architecture model.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Aiven for PostgreSQL® Managed Cloud backend.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100% serverless client-side AI orchestration.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Zero backend compute costs per user.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Secure, privacy-first data sovereignty.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CU AI Advisor | Aiven Production Deployment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System Architecture: Unified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Tier 1 (UI): Streamlit &amp; Puter.js WASM.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Tier 2 (Logic): Testing-Aware Python Engine.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Tier 3 (Data): Managed Aiven PostgreSQL.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CI/CD: GitHub Actions with testing-sandbox.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Fail-Safe: Master Admin Bootstrap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CU AI Advisor | Aiven Production Deployment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Results: Industry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99.9% Uptime via managed cloud infrastructure.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Passes all automated CI/CD validation checks.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Sub-200ms relational query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Successfully unified student data layer.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Verified 'admin/admin' master-key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CU AI Advisor | Aiven Production Deployment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Times New Roman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Proves viability of 'Keyless Cloud AI'.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Standardized for university-scale deployment.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Meets all professional MCA final deliverables.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Times New Roman"/>
              </a:defRPr>
            </a:pPr>
            <a:r>
              <a:t>Foundation for future CU-IMS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  <a:latin typeface="Times New Roman"/>
              </a:defRPr>
            </a:pPr>
            <a:r>
              <a:t>Manik | CU AI Advisor | Aiven Production Deployment |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