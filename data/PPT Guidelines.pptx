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embeddedFontLst>
    <p:embeddedFont>
      <p:font typeface="Arial Black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ArialBlack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490194" y="1451729"/>
            <a:ext cx="8025156" cy="37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None/>
            </a:pPr>
            <a:r>
              <a:rPr b="1" lang="en-US" sz="2500" u="sng">
                <a:latin typeface="Times New Roman"/>
                <a:ea typeface="Times New Roman"/>
                <a:cs typeface="Times New Roman"/>
                <a:sym typeface="Times New Roman"/>
              </a:rPr>
              <a:t>Points to Remember </a:t>
            </a:r>
            <a:br>
              <a:rPr b="1" lang="en-US" sz="2000" u="sng">
                <a:latin typeface="Arial Black"/>
                <a:ea typeface="Arial Black"/>
                <a:cs typeface="Arial Black"/>
                <a:sym typeface="Arial Black"/>
              </a:rPr>
            </a:br>
            <a:r>
              <a:rPr b="1" lang="en-US" sz="2500" u="sng">
                <a:latin typeface="Times New Roman"/>
                <a:ea typeface="Times New Roman"/>
                <a:cs typeface="Times New Roman"/>
                <a:sym typeface="Times New Roman"/>
              </a:rPr>
              <a:t>while Making PPT.</a:t>
            </a:r>
            <a:br>
              <a:rPr b="1" lang="en-US" sz="2000" u="sng"/>
            </a:br>
            <a:endParaRPr b="1" sz="2000" u="sng"/>
          </a:p>
        </p:txBody>
      </p:sp>
      <p:sp>
        <p:nvSpPr>
          <p:cNvPr id="89" name="Google Shape;89;p13"/>
          <p:cNvSpPr txBox="1"/>
          <p:nvPr>
            <p:ph idx="1" type="body"/>
          </p:nvPr>
        </p:nvSpPr>
        <p:spPr>
          <a:xfrm>
            <a:off x="628650" y="1835052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Font Style- Times new Roman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Text size – 20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Use 5-8  Bullet Points Properly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Instead of long text, use: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Charts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Graphs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Images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Visuals increase retention from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10% (reading)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to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60–70% (visual learning)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pic>
        <p:nvPicPr>
          <p:cNvPr descr="Online MCA Course - Master of Computer ..."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325" y="385931"/>
            <a:ext cx="2648025" cy="571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1178350" y="1633964"/>
            <a:ext cx="5996215" cy="70330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br>
              <a:rPr b="1" lang="en-US" sz="2400"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1" lang="en-US" sz="2400"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1" lang="en-US" sz="2400"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1" lang="en-US" sz="2400">
                <a:latin typeface="Arial Black"/>
                <a:ea typeface="Arial Black"/>
                <a:cs typeface="Arial Black"/>
                <a:sym typeface="Arial Black"/>
              </a:rPr>
            </a:b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Project Title</a:t>
            </a:r>
            <a:b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                  </a:t>
            </a:r>
            <a:b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                 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1216173" y="1854963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Submitted in partial fulfillment of the requirements for the award of the degree of</a:t>
            </a: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Bachelor of Journalism &amp; Mass Communication (BAJMC) / Master of Journalism &amp; Mass Communication (MAJMC) 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</a:t>
            </a: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By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Student Name: ____________________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Enrollment No: ____________________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Under the guidance of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Guide/Mentor Name: ____________________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3975" lvl="0" marL="171450" rtl="0" algn="l">
              <a:lnSpc>
                <a:spcPct val="15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Online MCA Course - Master of Computer ...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0552" y="321039"/>
            <a:ext cx="2648025" cy="571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1044310" y="837659"/>
            <a:ext cx="7055380" cy="9716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Abstract / Executive Summary</a:t>
            </a:r>
            <a:b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628650" y="1637548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Topic of the study (write 5 bullet points)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Key findings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Online MCA Course - Master of Computer ...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0552" y="321039"/>
            <a:ext cx="2648025" cy="571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966924" y="780925"/>
            <a:ext cx="7210152" cy="6632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Introduction</a:t>
            </a:r>
            <a:b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628650" y="144418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Background of Study (write 5 bullet points)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Industry Profile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Company Profile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Need &amp; Objectives of Study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Scope &amp; Research Questions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Online MCA Course - Master of Computer ..."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0552" y="321039"/>
            <a:ext cx="2648025" cy="571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1044310" y="892397"/>
            <a:ext cx="7055380" cy="881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Literature Review</a:t>
            </a:r>
            <a:b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1216173" y="1630960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Theoretical Framework (write 5 bullet points)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Review of Previous Studies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Research Gap Identification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Online MCA Course - Master of Computer ..." id="118" name="Google Shape;11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0552" y="321039"/>
            <a:ext cx="2648025" cy="571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957495" y="1034336"/>
            <a:ext cx="7229005" cy="5713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Research Methodology</a:t>
            </a:r>
            <a:b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1216171" y="1473720"/>
            <a:ext cx="6711654" cy="39105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Research Design (write 5 bullet points)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Type of Data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Data Collection Methods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Sampling Design &amp; Size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Tools &amp; Statistical Techniques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Reliability &amp; Validity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Online MCA Course - Master of Computer ..." id="125" name="Google Shape;12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0552" y="321039"/>
            <a:ext cx="2648025" cy="571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1094186" y="1120557"/>
            <a:ext cx="6955628" cy="693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Data Analysis &amp; Interpretation</a:t>
            </a:r>
            <a:b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19"/>
          <p:cNvSpPr txBox="1"/>
          <p:nvPr>
            <p:ph idx="1" type="body"/>
          </p:nvPr>
        </p:nvSpPr>
        <p:spPr>
          <a:xfrm>
            <a:off x="1216173" y="1747098"/>
            <a:ext cx="6711654" cy="33638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Question 1 Analysis (write 5 bullet points)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Question 2 Analysis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Question 3 Analysis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Tables, Graphs &amp; Interpretation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Online MCA Course - Master of Computer ..." id="133" name="Google Shape;13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0552" y="321039"/>
            <a:ext cx="2648025" cy="571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995203" y="1102936"/>
            <a:ext cx="7153591" cy="663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Findings / Results</a:t>
            </a:r>
            <a:b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0"/>
          <p:cNvSpPr txBox="1"/>
          <p:nvPr>
            <p:ph idx="1" type="body"/>
          </p:nvPr>
        </p:nvSpPr>
        <p:spPr>
          <a:xfrm>
            <a:off x="1216172" y="1644424"/>
            <a:ext cx="6711654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Key Finding 1 (write 5 bullet points)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Key Finding 2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Key Finding 3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Online MCA Course - Master of Computer ..." id="140" name="Google Shape;14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0552" y="321039"/>
            <a:ext cx="2648025" cy="571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1044310" y="860805"/>
            <a:ext cx="7055380" cy="7597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Conclusions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21"/>
          <p:cNvSpPr txBox="1"/>
          <p:nvPr>
            <p:ph idx="1" type="body"/>
          </p:nvPr>
        </p:nvSpPr>
        <p:spPr>
          <a:xfrm>
            <a:off x="628650" y="1645857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Link findings with objectives and hypothesis. (write 5 bullet points)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4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Online MCA Course - Master of Computer ..." id="147" name="Google Shape;14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0552" y="321039"/>
            <a:ext cx="2648025" cy="571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type="title"/>
          </p:nvPr>
        </p:nvSpPr>
        <p:spPr>
          <a:xfrm>
            <a:off x="418020" y="892397"/>
            <a:ext cx="8307960" cy="7190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br>
              <a:rPr lang="en-US" sz="2400"/>
            </a:b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Recommendations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28650" y="1769978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Actionable suggestions based on findings. (write 5 bullet points)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Online MCA Course - Master of Computer ..." id="154" name="Google Shape;15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0552" y="321039"/>
            <a:ext cx="2648025" cy="571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type="title"/>
          </p:nvPr>
        </p:nvSpPr>
        <p:spPr>
          <a:xfrm>
            <a:off x="1044309" y="882970"/>
            <a:ext cx="7055380" cy="8314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23"/>
          <p:cNvSpPr txBox="1"/>
          <p:nvPr>
            <p:ph idx="1" type="body"/>
          </p:nvPr>
        </p:nvSpPr>
        <p:spPr>
          <a:xfrm>
            <a:off x="1313505" y="1656343"/>
            <a:ext cx="6516989" cy="4313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Sample size limitation (write 5 bullet points)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Time limitation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Geographic limitation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Online MCA Course - Master of Computer ..." id="161" name="Google Shape;16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0552" y="311612"/>
            <a:ext cx="2648025" cy="571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type="ctrTitle"/>
          </p:nvPr>
        </p:nvSpPr>
        <p:spPr>
          <a:xfrm>
            <a:off x="1143000" y="868362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4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Online MCA Course - Master of Computer ..." id="168" name="Google Shape;16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0552" y="311612"/>
            <a:ext cx="2648025" cy="571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